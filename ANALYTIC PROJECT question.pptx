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10BC9-661E-42B7-AE9B-B540B83C4B6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9A40C-3B4A-4A8D-8041-D6E6E7A34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5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11/02/2026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3B883C-145D-456F-8CC1-3E06EF22F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ANALYTIC PROJECT JULY </a:t>
            </a:r>
            <a:r>
              <a:rPr lang="en-GB" sz="3100" dirty="0"/>
              <a:t>29</a:t>
            </a:r>
            <a:r>
              <a:rPr lang="en-GB" sz="3100" baseline="30000" dirty="0"/>
              <a:t>TH </a:t>
            </a:r>
            <a:r>
              <a:rPr lang="en-GB" sz="3100" dirty="0"/>
              <a:t> Jan 2026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3498AE-5CAA-48E8-9A7D-10DB27C42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9060" y="2643809"/>
            <a:ext cx="4710813" cy="785190"/>
          </a:xfrm>
        </p:spPr>
        <p:txBody>
          <a:bodyPr/>
          <a:lstStyle/>
          <a:p>
            <a:r>
              <a:rPr lang="en-GB" dirty="0"/>
              <a:t>DOMAIN- RETAIL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69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B82691-C88C-47F2-B192-5BA5F54C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SQL QUERY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A6E81E-54FC-4C4B-8BDA-5450635C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2052116"/>
            <a:ext cx="7796540" cy="39978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Identifies products with prices higher than the average price within their category.</a:t>
            </a:r>
          </a:p>
          <a:p>
            <a:r>
              <a:rPr lang="en-US" dirty="0"/>
              <a:t>Finding Categories with Highest Average Rating Across Products.</a:t>
            </a:r>
          </a:p>
          <a:p>
            <a:r>
              <a:rPr lang="en-US" dirty="0"/>
              <a:t>Find the most reviewed product in each warehouse</a:t>
            </a:r>
          </a:p>
          <a:p>
            <a:r>
              <a:rPr lang="en-US" dirty="0"/>
              <a:t>find products that have higher-than-average prices within their category, along with their discount and supplier.</a:t>
            </a:r>
          </a:p>
          <a:p>
            <a:r>
              <a:rPr lang="en-US" dirty="0"/>
              <a:t>Query to find the top 2 products with the highest average rating in each category</a:t>
            </a:r>
          </a:p>
          <a:p>
            <a:r>
              <a:rPr lang="en-US" dirty="0"/>
              <a:t>Analysis Across All Return Policy Categories(Count, </a:t>
            </a:r>
            <a:r>
              <a:rPr lang="en-US" dirty="0" err="1"/>
              <a:t>Avgstock</a:t>
            </a:r>
            <a:r>
              <a:rPr lang="en-US" dirty="0"/>
              <a:t>, total stock, </a:t>
            </a:r>
            <a:r>
              <a:rPr lang="en-US" dirty="0" err="1"/>
              <a:t>weighted_avg_rating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29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9E3A7D-4F79-425E-B661-12313841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Analysis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 err="1"/>
              <a:t>PowerBI</a:t>
            </a:r>
            <a:r>
              <a:rPr lang="en-GB" dirty="0"/>
              <a:t>/Tableau)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CDDEF3-99DE-49EF-886C-7E89984A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is the average discount offered for products with a 30-day return policy versus those with a 15-day return policy?</a:t>
            </a:r>
          </a:p>
          <a:p>
            <a:r>
              <a:rPr lang="en-US" dirty="0"/>
              <a:t>How can we segment customers based on their purchasing behavior (e.g., frequency of purchases, total spending)?</a:t>
            </a:r>
          </a:p>
          <a:p>
            <a:r>
              <a:rPr lang="en-US" dirty="0"/>
              <a:t>Can we create a dynamic pricing strategy based on product ratings and reviews? How would this affect overall sales revenue?</a:t>
            </a:r>
          </a:p>
          <a:p>
            <a:r>
              <a:rPr lang="en-US" dirty="0"/>
              <a:t>What is the optimal discount percentage that maximizes both sales volume and profitability?</a:t>
            </a:r>
          </a:p>
          <a:p>
            <a:r>
              <a:rPr lang="en-US" dirty="0"/>
              <a:t>Is there a correlation between product ratings and stock turnover rates, and how can this insight guide inventory management decisions?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49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74B14-C50E-44F4-85F1-02A6A92F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Report making for Visual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65F651-580E-41DB-BBE5-CF0DD3919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report for your visual analysis questions.</a:t>
            </a:r>
          </a:p>
          <a:p>
            <a:r>
              <a:rPr lang="en-GB" dirty="0"/>
              <a:t>Use Analytical thinking and research to understand the domain and give suggestions /prescription to the business.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3423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109</TotalTime>
  <Words>223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MS Shell Dlg 2</vt:lpstr>
      <vt:lpstr>Wingdings</vt:lpstr>
      <vt:lpstr>Wingdings 3</vt:lpstr>
      <vt:lpstr>Madison</vt:lpstr>
      <vt:lpstr>ANALYTIC PROJECT JULY 29TH  Jan 2026 </vt:lpstr>
      <vt:lpstr>SQL QUERY ANALYSIS</vt:lpstr>
      <vt:lpstr>Visual Analysis (PowerBI/Tableau)</vt:lpstr>
      <vt:lpstr>Report making for Visual analysis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 PROJECT JULY 18TH 2024</dc:title>
  <dc:creator>Sagar Thapliyal</dc:creator>
  <cp:lastModifiedBy>Mane</cp:lastModifiedBy>
  <cp:revision>11</cp:revision>
  <dcterms:created xsi:type="dcterms:W3CDTF">2024-07-18T10:45:51Z</dcterms:created>
  <dcterms:modified xsi:type="dcterms:W3CDTF">2026-02-11T09:27:00Z</dcterms:modified>
</cp:coreProperties>
</file>